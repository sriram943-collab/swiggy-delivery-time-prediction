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8" r:id="rId9"/>
    <p:sldId id="279" r:id="rId10"/>
    <p:sldId id="280" r:id="rId11"/>
    <p:sldId id="283" r:id="rId12"/>
    <p:sldId id="281" r:id="rId13"/>
    <p:sldId id="282" r:id="rId14"/>
    <p:sldId id="284" r:id="rId15"/>
    <p:sldId id="285" r:id="rId16"/>
    <p:sldId id="286" r:id="rId17"/>
    <p:sldId id="287" r:id="rId18"/>
    <p:sldId id="259" r:id="rId19"/>
  </p:sldIdLst>
  <p:sldSz cx="12192000" cy="6858000"/>
  <p:notesSz cx="6858000" cy="9144000"/>
  <p:embeddedFontLst>
    <p:embeddedFont>
      <p:font typeface="Libre Baskerville" panose="02000000000000000000" pitchFamily="2" charset="0"/>
      <p:regular r:id="rId21"/>
      <p:bold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B0B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36D53D-BEEA-4D20-AAB8-4C5CB3E8AC2C}" v="84" dt="2026-02-21T06:26:08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5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ram krishnasagarapu" userId="70d977ff8fb971fc" providerId="LiveId" clId="{FFB376D6-AA8B-41AD-88CC-EDE8EEFEE2A1}"/>
    <pc:docChg chg="undo custSel addSld delSld modSld sldOrd">
      <pc:chgData name="Sriram krishnasagarapu" userId="70d977ff8fb971fc" providerId="LiveId" clId="{FFB376D6-AA8B-41AD-88CC-EDE8EEFEE2A1}" dt="2026-02-21T06:26:23.131" v="1074" actId="1076"/>
      <pc:docMkLst>
        <pc:docMk/>
      </pc:docMkLst>
      <pc:sldChg chg="addSp delSp modSp mod">
        <pc:chgData name="Sriram krishnasagarapu" userId="70d977ff8fb971fc" providerId="LiveId" clId="{FFB376D6-AA8B-41AD-88CC-EDE8EEFEE2A1}" dt="2026-02-20T15:54:02.412" v="85" actId="1076"/>
        <pc:sldMkLst>
          <pc:docMk/>
          <pc:sldMk cId="0" sldId="256"/>
        </pc:sldMkLst>
        <pc:spChg chg="del mod">
          <ac:chgData name="Sriram krishnasagarapu" userId="70d977ff8fb971fc" providerId="LiveId" clId="{FFB376D6-AA8B-41AD-88CC-EDE8EEFEE2A1}" dt="2026-02-20T15:53:39.493" v="81"/>
          <ac:spMkLst>
            <pc:docMk/>
            <pc:sldMk cId="0" sldId="256"/>
            <ac:spMk id="4" creationId="{5E952E0A-9192-D905-706C-F3983372B762}"/>
          </ac:spMkLst>
        </pc:spChg>
        <pc:spChg chg="add mod">
          <ac:chgData name="Sriram krishnasagarapu" userId="70d977ff8fb971fc" providerId="LiveId" clId="{FFB376D6-AA8B-41AD-88CC-EDE8EEFEE2A1}" dt="2026-02-20T15:54:02.412" v="85" actId="1076"/>
          <ac:spMkLst>
            <pc:docMk/>
            <pc:sldMk cId="0" sldId="256"/>
            <ac:spMk id="5" creationId="{D433577A-5FA2-0E37-5DEB-EC722DC72EF8}"/>
          </ac:spMkLst>
        </pc:spChg>
      </pc:sldChg>
      <pc:sldChg chg="del">
        <pc:chgData name="Sriram krishnasagarapu" userId="70d977ff8fb971fc" providerId="LiveId" clId="{FFB376D6-AA8B-41AD-88CC-EDE8EEFEE2A1}" dt="2026-02-20T15:51:54.254" v="59" actId="2696"/>
        <pc:sldMkLst>
          <pc:docMk/>
          <pc:sldMk cId="126619779" sldId="272"/>
        </pc:sldMkLst>
      </pc:sldChg>
      <pc:sldChg chg="addSp modSp new mod">
        <pc:chgData name="Sriram krishnasagarapu" userId="70d977ff8fb971fc" providerId="LiveId" clId="{FFB376D6-AA8B-41AD-88CC-EDE8EEFEE2A1}" dt="2026-02-21T04:15:12.709" v="159" actId="1076"/>
        <pc:sldMkLst>
          <pc:docMk/>
          <pc:sldMk cId="1781885740" sldId="272"/>
        </pc:sldMkLst>
        <pc:spChg chg="add mod">
          <ac:chgData name="Sriram krishnasagarapu" userId="70d977ff8fb971fc" providerId="LiveId" clId="{FFB376D6-AA8B-41AD-88CC-EDE8EEFEE2A1}" dt="2026-02-21T04:15:12.709" v="159" actId="1076"/>
          <ac:spMkLst>
            <pc:docMk/>
            <pc:sldMk cId="1781885740" sldId="272"/>
            <ac:spMk id="2" creationId="{37E6479C-28AA-EA37-95A8-579F429C772E}"/>
          </ac:spMkLst>
        </pc:spChg>
      </pc:sldChg>
      <pc:sldChg chg="addSp modSp new mod">
        <pc:chgData name="Sriram krishnasagarapu" userId="70d977ff8fb971fc" providerId="LiveId" clId="{FFB376D6-AA8B-41AD-88CC-EDE8EEFEE2A1}" dt="2026-02-21T04:18:48.130" v="196" actId="12"/>
        <pc:sldMkLst>
          <pc:docMk/>
          <pc:sldMk cId="1933669119" sldId="273"/>
        </pc:sldMkLst>
        <pc:spChg chg="add mod">
          <ac:chgData name="Sriram krishnasagarapu" userId="70d977ff8fb971fc" providerId="LiveId" clId="{FFB376D6-AA8B-41AD-88CC-EDE8EEFEE2A1}" dt="2026-02-21T04:18:48.130" v="196" actId="12"/>
          <ac:spMkLst>
            <pc:docMk/>
            <pc:sldMk cId="1933669119" sldId="273"/>
            <ac:spMk id="2" creationId="{0ABA94DF-D349-B915-9BEC-6BC12022DFB7}"/>
          </ac:spMkLst>
        </pc:spChg>
      </pc:sldChg>
      <pc:sldChg chg="del">
        <pc:chgData name="Sriram krishnasagarapu" userId="70d977ff8fb971fc" providerId="LiveId" clId="{FFB376D6-AA8B-41AD-88CC-EDE8EEFEE2A1}" dt="2026-02-20T15:51:52.070" v="58" actId="2696"/>
        <pc:sldMkLst>
          <pc:docMk/>
          <pc:sldMk cId="3864066993" sldId="273"/>
        </pc:sldMkLst>
      </pc:sldChg>
      <pc:sldChg chg="addSp modSp new mod">
        <pc:chgData name="Sriram krishnasagarapu" userId="70d977ff8fb971fc" providerId="LiveId" clId="{FFB376D6-AA8B-41AD-88CC-EDE8EEFEE2A1}" dt="2026-02-21T06:26:23.131" v="1074" actId="1076"/>
        <pc:sldMkLst>
          <pc:docMk/>
          <pc:sldMk cId="55244415" sldId="274"/>
        </pc:sldMkLst>
        <pc:spChg chg="add">
          <ac:chgData name="Sriram krishnasagarapu" userId="70d977ff8fb971fc" providerId="LiveId" clId="{FFB376D6-AA8B-41AD-88CC-EDE8EEFEE2A1}" dt="2026-02-21T06:26:05.854" v="1068"/>
          <ac:spMkLst>
            <pc:docMk/>
            <pc:sldMk cId="55244415" sldId="274"/>
            <ac:spMk id="2" creationId="{948AEE97-8364-C96C-E64D-061E90D3B6C6}"/>
          </ac:spMkLst>
        </pc:spChg>
        <pc:spChg chg="add mod">
          <ac:chgData name="Sriram krishnasagarapu" userId="70d977ff8fb971fc" providerId="LiveId" clId="{FFB376D6-AA8B-41AD-88CC-EDE8EEFEE2A1}" dt="2026-02-21T04:31:15.802" v="205" actId="1076"/>
          <ac:spMkLst>
            <pc:docMk/>
            <pc:sldMk cId="55244415" sldId="274"/>
            <ac:spMk id="3" creationId="{B5522BF0-3B7F-2952-26F5-BF37C57DCDB3}"/>
          </ac:spMkLst>
        </pc:spChg>
        <pc:picChg chg="add mod">
          <ac:chgData name="Sriram krishnasagarapu" userId="70d977ff8fb971fc" providerId="LiveId" clId="{FFB376D6-AA8B-41AD-88CC-EDE8EEFEE2A1}" dt="2026-02-21T04:30:33.736" v="198"/>
          <ac:picMkLst>
            <pc:docMk/>
            <pc:sldMk cId="55244415" sldId="274"/>
            <ac:picMk id="2" creationId="{7D8D616F-8F28-058C-CD6C-DB23F132345D}"/>
          </ac:picMkLst>
        </pc:picChg>
        <pc:picChg chg="add mod">
          <ac:chgData name="Sriram krishnasagarapu" userId="70d977ff8fb971fc" providerId="LiveId" clId="{FFB376D6-AA8B-41AD-88CC-EDE8EEFEE2A1}" dt="2026-02-21T06:26:23.131" v="1074" actId="1076"/>
          <ac:picMkLst>
            <pc:docMk/>
            <pc:sldMk cId="55244415" sldId="274"/>
            <ac:picMk id="4" creationId="{7318FCD5-10AF-2B2B-F947-B23E86A3812F}"/>
          </ac:picMkLst>
        </pc:picChg>
      </pc:sldChg>
      <pc:sldChg chg="del">
        <pc:chgData name="Sriram krishnasagarapu" userId="70d977ff8fb971fc" providerId="LiveId" clId="{FFB376D6-AA8B-41AD-88CC-EDE8EEFEE2A1}" dt="2026-02-20T15:51:58.630" v="61" actId="2696"/>
        <pc:sldMkLst>
          <pc:docMk/>
          <pc:sldMk cId="2355549952" sldId="274"/>
        </pc:sldMkLst>
      </pc:sldChg>
      <pc:sldChg chg="addSp delSp modSp new mod">
        <pc:chgData name="Sriram krishnasagarapu" userId="70d977ff8fb971fc" providerId="LiveId" clId="{FFB376D6-AA8B-41AD-88CC-EDE8EEFEE2A1}" dt="2026-02-21T05:03:13.558" v="321" actId="1076"/>
        <pc:sldMkLst>
          <pc:docMk/>
          <pc:sldMk cId="1509916724" sldId="275"/>
        </pc:sldMkLst>
        <pc:spChg chg="add mod">
          <ac:chgData name="Sriram krishnasagarapu" userId="70d977ff8fb971fc" providerId="LiveId" clId="{FFB376D6-AA8B-41AD-88CC-EDE8EEFEE2A1}" dt="2026-02-21T05:02:36.106" v="314" actId="1076"/>
          <ac:spMkLst>
            <pc:docMk/>
            <pc:sldMk cId="1509916724" sldId="275"/>
            <ac:spMk id="2" creationId="{AB3E0705-63E4-530C-16CF-C67AE407E043}"/>
          </ac:spMkLst>
        </pc:spChg>
        <pc:picChg chg="add del mod">
          <ac:chgData name="Sriram krishnasagarapu" userId="70d977ff8fb971fc" providerId="LiveId" clId="{FFB376D6-AA8B-41AD-88CC-EDE8EEFEE2A1}" dt="2026-02-21T05:00:36.445" v="307" actId="21"/>
          <ac:picMkLst>
            <pc:docMk/>
            <pc:sldMk cId="1509916724" sldId="275"/>
            <ac:picMk id="4" creationId="{F55AE4BC-F197-40C7-0A7C-6562FAF85251}"/>
          </ac:picMkLst>
        </pc:picChg>
        <pc:picChg chg="add del mod">
          <ac:chgData name="Sriram krishnasagarapu" userId="70d977ff8fb971fc" providerId="LiveId" clId="{FFB376D6-AA8B-41AD-88CC-EDE8EEFEE2A1}" dt="2026-02-21T04:59:34.489" v="303" actId="21"/>
          <ac:picMkLst>
            <pc:docMk/>
            <pc:sldMk cId="1509916724" sldId="275"/>
            <ac:picMk id="6" creationId="{228F5662-40EE-0511-3F5F-68FB7C9FE271}"/>
          </ac:picMkLst>
        </pc:picChg>
        <pc:picChg chg="add mod">
          <ac:chgData name="Sriram krishnasagarapu" userId="70d977ff8fb971fc" providerId="LiveId" clId="{FFB376D6-AA8B-41AD-88CC-EDE8EEFEE2A1}" dt="2026-02-21T04:59:35.676" v="304"/>
          <ac:picMkLst>
            <pc:docMk/>
            <pc:sldMk cId="1509916724" sldId="275"/>
            <ac:picMk id="7" creationId="{228F5662-40EE-0511-3F5F-68FB7C9FE271}"/>
          </ac:picMkLst>
        </pc:picChg>
        <pc:picChg chg="add mod">
          <ac:chgData name="Sriram krishnasagarapu" userId="70d977ff8fb971fc" providerId="LiveId" clId="{FFB376D6-AA8B-41AD-88CC-EDE8EEFEE2A1}" dt="2026-02-21T05:03:13.558" v="321" actId="1076"/>
          <ac:picMkLst>
            <pc:docMk/>
            <pc:sldMk cId="1509916724" sldId="275"/>
            <ac:picMk id="9" creationId="{0D9DF234-7E8E-8F12-C1CE-CCF25DBDCC3A}"/>
          </ac:picMkLst>
        </pc:picChg>
        <pc:picChg chg="add del mod">
          <ac:chgData name="Sriram krishnasagarapu" userId="70d977ff8fb971fc" providerId="LiveId" clId="{FFB376D6-AA8B-41AD-88CC-EDE8EEFEE2A1}" dt="2026-02-21T05:00:49.381" v="309" actId="21"/>
          <ac:picMkLst>
            <pc:docMk/>
            <pc:sldMk cId="1509916724" sldId="275"/>
            <ac:picMk id="11" creationId="{18841A5E-011D-9D02-CB01-EDA53853ADEB}"/>
          </ac:picMkLst>
        </pc:picChg>
        <pc:picChg chg="add mod">
          <ac:chgData name="Sriram krishnasagarapu" userId="70d977ff8fb971fc" providerId="LiveId" clId="{FFB376D6-AA8B-41AD-88CC-EDE8EEFEE2A1}" dt="2026-02-21T05:02:47.092" v="317" actId="1076"/>
          <ac:picMkLst>
            <pc:docMk/>
            <pc:sldMk cId="1509916724" sldId="275"/>
            <ac:picMk id="13" creationId="{78722A92-5EC0-2D9C-B39C-C4915D526738}"/>
          </ac:picMkLst>
        </pc:picChg>
      </pc:sldChg>
      <pc:sldChg chg="del">
        <pc:chgData name="Sriram krishnasagarapu" userId="70d977ff8fb971fc" providerId="LiveId" clId="{FFB376D6-AA8B-41AD-88CC-EDE8EEFEE2A1}" dt="2026-02-20T15:52:00.606" v="62" actId="2696"/>
        <pc:sldMkLst>
          <pc:docMk/>
          <pc:sldMk cId="4093481708" sldId="275"/>
        </pc:sldMkLst>
      </pc:sldChg>
      <pc:sldChg chg="addSp delSp modSp new mod">
        <pc:chgData name="Sriram krishnasagarapu" userId="70d977ff8fb971fc" providerId="LiveId" clId="{FFB376D6-AA8B-41AD-88CC-EDE8EEFEE2A1}" dt="2026-02-21T05:10:40.051" v="365" actId="1076"/>
        <pc:sldMkLst>
          <pc:docMk/>
          <pc:sldMk cId="1962041317" sldId="276"/>
        </pc:sldMkLst>
        <pc:spChg chg="add mod">
          <ac:chgData name="Sriram krishnasagarapu" userId="70d977ff8fb971fc" providerId="LiveId" clId="{FFB376D6-AA8B-41AD-88CC-EDE8EEFEE2A1}" dt="2026-02-21T05:08:28.109" v="342" actId="1076"/>
          <ac:spMkLst>
            <pc:docMk/>
            <pc:sldMk cId="1962041317" sldId="276"/>
            <ac:spMk id="2" creationId="{D5E882F6-7D24-7CA7-A049-28F8126D7A9C}"/>
          </ac:spMkLst>
        </pc:spChg>
        <pc:spChg chg="add mod">
          <ac:chgData name="Sriram krishnasagarapu" userId="70d977ff8fb971fc" providerId="LiveId" clId="{FFB376D6-AA8B-41AD-88CC-EDE8EEFEE2A1}" dt="2026-02-21T05:07:30.031" v="332" actId="14100"/>
          <ac:spMkLst>
            <pc:docMk/>
            <pc:sldMk cId="1962041317" sldId="276"/>
            <ac:spMk id="4" creationId="{CCD540EF-EB51-6177-DF0A-EAF00A0839AB}"/>
          </ac:spMkLst>
        </pc:spChg>
        <pc:picChg chg="add mod">
          <ac:chgData name="Sriram krishnasagarapu" userId="70d977ff8fb971fc" providerId="LiveId" clId="{FFB376D6-AA8B-41AD-88CC-EDE8EEFEE2A1}" dt="2026-02-21T05:09:18.308" v="350" actId="1076"/>
          <ac:picMkLst>
            <pc:docMk/>
            <pc:sldMk cId="1962041317" sldId="276"/>
            <ac:picMk id="6" creationId="{01CDCAAF-29DE-3272-7C07-51635FA315B9}"/>
          </ac:picMkLst>
        </pc:picChg>
        <pc:picChg chg="add del mod">
          <ac:chgData name="Sriram krishnasagarapu" userId="70d977ff8fb971fc" providerId="LiveId" clId="{FFB376D6-AA8B-41AD-88CC-EDE8EEFEE2A1}" dt="2026-02-21T05:09:42.504" v="355" actId="21"/>
          <ac:picMkLst>
            <pc:docMk/>
            <pc:sldMk cId="1962041317" sldId="276"/>
            <ac:picMk id="8" creationId="{DE85B409-868C-49C4-D8CC-18920CD40187}"/>
          </ac:picMkLst>
        </pc:picChg>
        <pc:picChg chg="add mod">
          <ac:chgData name="Sriram krishnasagarapu" userId="70d977ff8fb971fc" providerId="LiveId" clId="{FFB376D6-AA8B-41AD-88CC-EDE8EEFEE2A1}" dt="2026-02-21T05:10:40.051" v="365" actId="1076"/>
          <ac:picMkLst>
            <pc:docMk/>
            <pc:sldMk cId="1962041317" sldId="276"/>
            <ac:picMk id="10" creationId="{F4DE5F6D-9361-EEC2-5E76-6F47BE2C497B}"/>
          </ac:picMkLst>
        </pc:picChg>
      </pc:sldChg>
      <pc:sldChg chg="del">
        <pc:chgData name="Sriram krishnasagarapu" userId="70d977ff8fb971fc" providerId="LiveId" clId="{FFB376D6-AA8B-41AD-88CC-EDE8EEFEE2A1}" dt="2026-02-20T15:52:04.918" v="64" actId="2696"/>
        <pc:sldMkLst>
          <pc:docMk/>
          <pc:sldMk cId="2796309658" sldId="277"/>
        </pc:sldMkLst>
      </pc:sldChg>
      <pc:sldChg chg="addSp modSp new del mod">
        <pc:chgData name="Sriram krishnasagarapu" userId="70d977ff8fb971fc" providerId="LiveId" clId="{FFB376D6-AA8B-41AD-88CC-EDE8EEFEE2A1}" dt="2026-02-21T05:35:03.899" v="418" actId="2696"/>
        <pc:sldMkLst>
          <pc:docMk/>
          <pc:sldMk cId="3096830928" sldId="277"/>
        </pc:sldMkLst>
        <pc:spChg chg="add mod">
          <ac:chgData name="Sriram krishnasagarapu" userId="70d977ff8fb971fc" providerId="LiveId" clId="{FFB376D6-AA8B-41AD-88CC-EDE8EEFEE2A1}" dt="2026-02-21T05:17:08.988" v="392" actId="1076"/>
          <ac:spMkLst>
            <pc:docMk/>
            <pc:sldMk cId="3096830928" sldId="277"/>
            <ac:spMk id="2" creationId="{4A392AD9-314B-4F34-7BB4-B233E917274C}"/>
          </ac:spMkLst>
        </pc:spChg>
        <pc:spChg chg="add mod">
          <ac:chgData name="Sriram krishnasagarapu" userId="70d977ff8fb971fc" providerId="LiveId" clId="{FFB376D6-AA8B-41AD-88CC-EDE8EEFEE2A1}" dt="2026-02-21T05:16:40.631" v="386" actId="14100"/>
          <ac:spMkLst>
            <pc:docMk/>
            <pc:sldMk cId="3096830928" sldId="277"/>
            <ac:spMk id="4" creationId="{CB42F2AA-68B6-FD77-68BA-244B809E79C8}"/>
          </ac:spMkLst>
        </pc:spChg>
      </pc:sldChg>
      <pc:sldChg chg="del">
        <pc:chgData name="Sriram krishnasagarapu" userId="70d977ff8fb971fc" providerId="LiveId" clId="{FFB376D6-AA8B-41AD-88CC-EDE8EEFEE2A1}" dt="2026-02-20T15:52:06.972" v="65" actId="2696"/>
        <pc:sldMkLst>
          <pc:docMk/>
          <pc:sldMk cId="2407525219" sldId="278"/>
        </pc:sldMkLst>
      </pc:sldChg>
      <pc:sldChg chg="addSp modSp new mod">
        <pc:chgData name="Sriram krishnasagarapu" userId="70d977ff8fb971fc" providerId="LiveId" clId="{FFB376D6-AA8B-41AD-88CC-EDE8EEFEE2A1}" dt="2026-02-21T05:38:29.052" v="465" actId="20577"/>
        <pc:sldMkLst>
          <pc:docMk/>
          <pc:sldMk cId="2802589898" sldId="278"/>
        </pc:sldMkLst>
        <pc:spChg chg="add mod">
          <ac:chgData name="Sriram krishnasagarapu" userId="70d977ff8fb971fc" providerId="LiveId" clId="{FFB376D6-AA8B-41AD-88CC-EDE8EEFEE2A1}" dt="2026-02-21T05:37:17.879" v="448" actId="20577"/>
          <ac:spMkLst>
            <pc:docMk/>
            <pc:sldMk cId="2802589898" sldId="278"/>
            <ac:spMk id="3" creationId="{9415E1DB-615B-77A7-61EF-8BFCA229AAAF}"/>
          </ac:spMkLst>
        </pc:spChg>
        <pc:spChg chg="add mod">
          <ac:chgData name="Sriram krishnasagarapu" userId="70d977ff8fb971fc" providerId="LiveId" clId="{FFB376D6-AA8B-41AD-88CC-EDE8EEFEE2A1}" dt="2026-02-21T05:38:29.052" v="465" actId="20577"/>
          <ac:spMkLst>
            <pc:docMk/>
            <pc:sldMk cId="2802589898" sldId="278"/>
            <ac:spMk id="5" creationId="{22B9A025-8EE9-3F67-7D83-EA1B116FD494}"/>
          </ac:spMkLst>
        </pc:spChg>
      </pc:sldChg>
      <pc:sldChg chg="addSp modSp new mod">
        <pc:chgData name="Sriram krishnasagarapu" userId="70d977ff8fb971fc" providerId="LiveId" clId="{FFB376D6-AA8B-41AD-88CC-EDE8EEFEE2A1}" dt="2026-02-21T05:41:10.001" v="534" actId="1076"/>
        <pc:sldMkLst>
          <pc:docMk/>
          <pc:sldMk cId="1109133314" sldId="279"/>
        </pc:sldMkLst>
        <pc:spChg chg="add mod">
          <ac:chgData name="Sriram krishnasagarapu" userId="70d977ff8fb971fc" providerId="LiveId" clId="{FFB376D6-AA8B-41AD-88CC-EDE8EEFEE2A1}" dt="2026-02-21T05:41:10.001" v="534" actId="1076"/>
          <ac:spMkLst>
            <pc:docMk/>
            <pc:sldMk cId="1109133314" sldId="279"/>
            <ac:spMk id="2" creationId="{A39BC9EA-8AB8-D3D4-0F28-BE6DD19E4144}"/>
          </ac:spMkLst>
        </pc:spChg>
      </pc:sldChg>
      <pc:sldChg chg="del">
        <pc:chgData name="Sriram krishnasagarapu" userId="70d977ff8fb971fc" providerId="LiveId" clId="{FFB376D6-AA8B-41AD-88CC-EDE8EEFEE2A1}" dt="2026-02-20T15:52:10.959" v="67" actId="2696"/>
        <pc:sldMkLst>
          <pc:docMk/>
          <pc:sldMk cId="2516042970" sldId="279"/>
        </pc:sldMkLst>
      </pc:sldChg>
      <pc:sldChg chg="addSp modSp new mod">
        <pc:chgData name="Sriram krishnasagarapu" userId="70d977ff8fb971fc" providerId="LiveId" clId="{FFB376D6-AA8B-41AD-88CC-EDE8EEFEE2A1}" dt="2026-02-21T05:46:18.613" v="628" actId="20577"/>
        <pc:sldMkLst>
          <pc:docMk/>
          <pc:sldMk cId="2326581321" sldId="280"/>
        </pc:sldMkLst>
        <pc:spChg chg="add mod">
          <ac:chgData name="Sriram krishnasagarapu" userId="70d977ff8fb971fc" providerId="LiveId" clId="{FFB376D6-AA8B-41AD-88CC-EDE8EEFEE2A1}" dt="2026-02-21T05:46:18.613" v="628" actId="20577"/>
          <ac:spMkLst>
            <pc:docMk/>
            <pc:sldMk cId="2326581321" sldId="280"/>
            <ac:spMk id="3" creationId="{0003C2FF-04DC-D747-E496-2FDF3775D8FE}"/>
          </ac:spMkLst>
        </pc:spChg>
      </pc:sldChg>
      <pc:sldChg chg="del">
        <pc:chgData name="Sriram krishnasagarapu" userId="70d977ff8fb971fc" providerId="LiveId" clId="{FFB376D6-AA8B-41AD-88CC-EDE8EEFEE2A1}" dt="2026-02-20T15:52:12.930" v="68" actId="2696"/>
        <pc:sldMkLst>
          <pc:docMk/>
          <pc:sldMk cId="2624987627" sldId="280"/>
        </pc:sldMkLst>
      </pc:sldChg>
      <pc:sldChg chg="addSp modSp new mod">
        <pc:chgData name="Sriram krishnasagarapu" userId="70d977ff8fb971fc" providerId="LiveId" clId="{FFB376D6-AA8B-41AD-88CC-EDE8EEFEE2A1}" dt="2026-02-21T05:49:23.546" v="701" actId="12"/>
        <pc:sldMkLst>
          <pc:docMk/>
          <pc:sldMk cId="3545834694" sldId="281"/>
        </pc:sldMkLst>
        <pc:spChg chg="add mod">
          <ac:chgData name="Sriram krishnasagarapu" userId="70d977ff8fb971fc" providerId="LiveId" clId="{FFB376D6-AA8B-41AD-88CC-EDE8EEFEE2A1}" dt="2026-02-21T05:49:23.546" v="701" actId="12"/>
          <ac:spMkLst>
            <pc:docMk/>
            <pc:sldMk cId="3545834694" sldId="281"/>
            <ac:spMk id="3" creationId="{C9D1A6C4-0452-CD91-24CF-E6775095B47D}"/>
          </ac:spMkLst>
        </pc:spChg>
      </pc:sldChg>
      <pc:sldChg chg="addSp modSp new mod">
        <pc:chgData name="Sriram krishnasagarapu" userId="70d977ff8fb971fc" providerId="LiveId" clId="{FFB376D6-AA8B-41AD-88CC-EDE8EEFEE2A1}" dt="2026-02-21T05:56:24.427" v="785" actId="1076"/>
        <pc:sldMkLst>
          <pc:docMk/>
          <pc:sldMk cId="1690703301" sldId="282"/>
        </pc:sldMkLst>
        <pc:spChg chg="add mod">
          <ac:chgData name="Sriram krishnasagarapu" userId="70d977ff8fb971fc" providerId="LiveId" clId="{FFB376D6-AA8B-41AD-88CC-EDE8EEFEE2A1}" dt="2026-02-21T05:56:24.427" v="785" actId="1076"/>
          <ac:spMkLst>
            <pc:docMk/>
            <pc:sldMk cId="1690703301" sldId="282"/>
            <ac:spMk id="3" creationId="{4C9FA3A7-68AF-0520-0871-6DA4F21812A8}"/>
          </ac:spMkLst>
        </pc:spChg>
      </pc:sldChg>
      <pc:sldChg chg="del">
        <pc:chgData name="Sriram krishnasagarapu" userId="70d977ff8fb971fc" providerId="LiveId" clId="{FFB376D6-AA8B-41AD-88CC-EDE8EEFEE2A1}" dt="2026-02-20T15:52:14.850" v="69" actId="2696"/>
        <pc:sldMkLst>
          <pc:docMk/>
          <pc:sldMk cId="3839196037" sldId="282"/>
        </pc:sldMkLst>
      </pc:sldChg>
      <pc:sldChg chg="addSp delSp modSp del mod">
        <pc:chgData name="Sriram krishnasagarapu" userId="70d977ff8fb971fc" providerId="LiveId" clId="{FFB376D6-AA8B-41AD-88CC-EDE8EEFEE2A1}" dt="2026-02-20T15:52:02.671" v="63" actId="2696"/>
        <pc:sldMkLst>
          <pc:docMk/>
          <pc:sldMk cId="55265304" sldId="283"/>
        </pc:sldMkLst>
      </pc:sldChg>
      <pc:sldChg chg="addSp modSp new mod">
        <pc:chgData name="Sriram krishnasagarapu" userId="70d977ff8fb971fc" providerId="LiveId" clId="{FFB376D6-AA8B-41AD-88CC-EDE8EEFEE2A1}" dt="2026-02-21T05:53:47.172" v="716" actId="20577"/>
        <pc:sldMkLst>
          <pc:docMk/>
          <pc:sldMk cId="633455928" sldId="283"/>
        </pc:sldMkLst>
        <pc:spChg chg="add mod">
          <ac:chgData name="Sriram krishnasagarapu" userId="70d977ff8fb971fc" providerId="LiveId" clId="{FFB376D6-AA8B-41AD-88CC-EDE8EEFEE2A1}" dt="2026-02-21T05:53:47.172" v="716" actId="20577"/>
          <ac:spMkLst>
            <pc:docMk/>
            <pc:sldMk cId="633455928" sldId="283"/>
            <ac:spMk id="3" creationId="{BAF5AA14-5D2E-747B-D2FC-8151C094043C}"/>
          </ac:spMkLst>
        </pc:spChg>
      </pc:sldChg>
      <pc:sldChg chg="del ord">
        <pc:chgData name="Sriram krishnasagarapu" userId="70d977ff8fb971fc" providerId="LiveId" clId="{FFB376D6-AA8B-41AD-88CC-EDE8EEFEE2A1}" dt="2026-02-20T15:52:09.077" v="66" actId="2696"/>
        <pc:sldMkLst>
          <pc:docMk/>
          <pc:sldMk cId="469472604" sldId="284"/>
        </pc:sldMkLst>
      </pc:sldChg>
      <pc:sldChg chg="addSp modSp new mod">
        <pc:chgData name="Sriram krishnasagarapu" userId="70d977ff8fb971fc" providerId="LiveId" clId="{FFB376D6-AA8B-41AD-88CC-EDE8EEFEE2A1}" dt="2026-02-21T05:59:24.235" v="861" actId="20577"/>
        <pc:sldMkLst>
          <pc:docMk/>
          <pc:sldMk cId="694999368" sldId="284"/>
        </pc:sldMkLst>
        <pc:spChg chg="add mod">
          <ac:chgData name="Sriram krishnasagarapu" userId="70d977ff8fb971fc" providerId="LiveId" clId="{FFB376D6-AA8B-41AD-88CC-EDE8EEFEE2A1}" dt="2026-02-21T05:59:24.235" v="861" actId="20577"/>
          <ac:spMkLst>
            <pc:docMk/>
            <pc:sldMk cId="694999368" sldId="284"/>
            <ac:spMk id="3" creationId="{9A7B72FC-867D-0D1F-78CA-2E35235E5B27}"/>
          </ac:spMkLst>
        </pc:spChg>
      </pc:sldChg>
      <pc:sldChg chg="del">
        <pc:chgData name="Sriram krishnasagarapu" userId="70d977ff8fb971fc" providerId="LiveId" clId="{FFB376D6-AA8B-41AD-88CC-EDE8EEFEE2A1}" dt="2026-02-20T15:51:56.319" v="60" actId="2696"/>
        <pc:sldMkLst>
          <pc:docMk/>
          <pc:sldMk cId="221834490" sldId="285"/>
        </pc:sldMkLst>
      </pc:sldChg>
      <pc:sldChg chg="addSp modSp new mod">
        <pc:chgData name="Sriram krishnasagarapu" userId="70d977ff8fb971fc" providerId="LiveId" clId="{FFB376D6-AA8B-41AD-88CC-EDE8EEFEE2A1}" dt="2026-02-21T06:03:01.666" v="887" actId="20577"/>
        <pc:sldMkLst>
          <pc:docMk/>
          <pc:sldMk cId="1978245751" sldId="285"/>
        </pc:sldMkLst>
        <pc:spChg chg="add mod">
          <ac:chgData name="Sriram krishnasagarapu" userId="70d977ff8fb971fc" providerId="LiveId" clId="{FFB376D6-AA8B-41AD-88CC-EDE8EEFEE2A1}" dt="2026-02-21T06:03:01.666" v="887" actId="20577"/>
          <ac:spMkLst>
            <pc:docMk/>
            <pc:sldMk cId="1978245751" sldId="285"/>
            <ac:spMk id="3" creationId="{C5A7463C-B235-CC84-F97C-FB4644CF5041}"/>
          </ac:spMkLst>
        </pc:spChg>
      </pc:sldChg>
      <pc:sldChg chg="addSp modSp new mod">
        <pc:chgData name="Sriram krishnasagarapu" userId="70d977ff8fb971fc" providerId="LiveId" clId="{FFB376D6-AA8B-41AD-88CC-EDE8EEFEE2A1}" dt="2026-02-21T06:06:14.844" v="985" actId="1076"/>
        <pc:sldMkLst>
          <pc:docMk/>
          <pc:sldMk cId="4287056175" sldId="286"/>
        </pc:sldMkLst>
        <pc:spChg chg="add mod">
          <ac:chgData name="Sriram krishnasagarapu" userId="70d977ff8fb971fc" providerId="LiveId" clId="{FFB376D6-AA8B-41AD-88CC-EDE8EEFEE2A1}" dt="2026-02-21T06:06:14.844" v="985" actId="1076"/>
          <ac:spMkLst>
            <pc:docMk/>
            <pc:sldMk cId="4287056175" sldId="286"/>
            <ac:spMk id="3" creationId="{6B698117-9E7D-2E61-9FFE-D983A5BB6041}"/>
          </ac:spMkLst>
        </pc:spChg>
      </pc:sldChg>
      <pc:sldChg chg="addSp modSp new mod">
        <pc:chgData name="Sriram krishnasagarapu" userId="70d977ff8fb971fc" providerId="LiveId" clId="{FFB376D6-AA8B-41AD-88CC-EDE8EEFEE2A1}" dt="2026-02-21T06:08:11.065" v="1067" actId="20577"/>
        <pc:sldMkLst>
          <pc:docMk/>
          <pc:sldMk cId="1533841862" sldId="287"/>
        </pc:sldMkLst>
        <pc:spChg chg="add mod">
          <ac:chgData name="Sriram krishnasagarapu" userId="70d977ff8fb971fc" providerId="LiveId" clId="{FFB376D6-AA8B-41AD-88CC-EDE8EEFEE2A1}" dt="2026-02-21T06:08:11.065" v="1067" actId="20577"/>
          <ac:spMkLst>
            <pc:docMk/>
            <pc:sldMk cId="1533841862" sldId="287"/>
            <ac:spMk id="3" creationId="{F0C02B54-BED0-C726-A618-810A4099C8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ram943-collab" TargetMode="External"/><Relationship Id="rId2" Type="http://schemas.openxmlformats.org/officeDocument/2006/relationships/hyperlink" Target="https://www.linkedin.com/in/sri-ram-krishnasagarapu-760a20239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20096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3974014" y="3310284"/>
            <a:ext cx="5349288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400" b="0" i="0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06B5C8-3827-9A94-5511-CEC193AC14B5}"/>
              </a:ext>
            </a:extLst>
          </p:cNvPr>
          <p:cNvSpPr txBox="1"/>
          <p:nvPr/>
        </p:nvSpPr>
        <p:spPr>
          <a:xfrm>
            <a:off x="7800108" y="5257383"/>
            <a:ext cx="38205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Sri Ram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 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436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Dilsukhnagar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3C3127-742A-D953-4F96-67B0E10F9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7212" y="7482948"/>
            <a:ext cx="4109518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433577A-5FA2-0E37-5DEB-EC722DC72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006" y="3848508"/>
            <a:ext cx="882758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Swiggy Delivery Time Prediction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6906C5-077C-2EA4-6336-CA9646440A3C}"/>
              </a:ext>
            </a:extLst>
          </p:cNvPr>
          <p:cNvSpPr txBox="1"/>
          <p:nvPr/>
        </p:nvSpPr>
        <p:spPr>
          <a:xfrm>
            <a:off x="694944" y="493776"/>
            <a:ext cx="19255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me:</a:t>
            </a: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22E10-7CBF-DF70-F854-EA6BFD44EDB6}"/>
              </a:ext>
            </a:extLst>
          </p:cNvPr>
          <p:cNvSpPr txBox="1"/>
          <p:nvPr/>
        </p:nvSpPr>
        <p:spPr>
          <a:xfrm>
            <a:off x="694944" y="1124712"/>
            <a:ext cx="107807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Krishnasagarapu Sri Ram.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graduated with a B.Tech in Computer Science and Engineering (Data Science) from Vignana Bharathi Institute of Technology.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https://www.linkedin.com/in/sri-ram-krishnasagarapu-760a20239/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https://github.com/Sriram943-collab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68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E6479C-28AA-EA37-95A8-579F429C7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91" y="318347"/>
            <a:ext cx="869500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Swiggy handles thousands of deliveries daily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ETA (Estimated Time of Arrival) is critical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Inaccurate delivery time leads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Customer dissatisfaction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Order cancellations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Refund costs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repeat orders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needs a predictive system to estimate delivery time at order placement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 a reliable ML model to predict delivery time accurately.</a:t>
            </a:r>
          </a:p>
        </p:txBody>
      </p:sp>
    </p:spTree>
    <p:extLst>
      <p:ext uri="{BB962C8B-B14F-4D97-AF65-F5344CB8AC3E}">
        <p14:creationId xmlns:p14="http://schemas.microsoft.com/office/powerpoint/2010/main" val="178188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BA94DF-D349-B915-9BEC-6BC12022D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227" y="363554"/>
            <a:ext cx="4556055" cy="537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supervised regression model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historical delivery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factors affecting delay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multiple algorithms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best performing model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 system for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R² Score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</a:p>
        </p:txBody>
      </p:sp>
    </p:spTree>
    <p:extLst>
      <p:ext uri="{BB962C8B-B14F-4D97-AF65-F5344CB8AC3E}">
        <p14:creationId xmlns:p14="http://schemas.microsoft.com/office/powerpoint/2010/main" val="1933669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5522BF0-3B7F-2952-26F5-BF37C57DC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91" y="314492"/>
            <a:ext cx="383149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(CRISP-ML(Q))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8FCD5-10AF-2B2B-F947-B23E86A38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60" y="1314658"/>
            <a:ext cx="7003702" cy="466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3E0705-63E4-530C-16CF-C67AE407E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76" y="129434"/>
            <a:ext cx="275359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9DF234-7E8E-8F12-C1CE-CCF25DBDC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922" y="727363"/>
            <a:ext cx="3647567" cy="51033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722A92-5EC0-2D9C-B39C-C4915D526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76" y="727363"/>
            <a:ext cx="4344006" cy="559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16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E882F6-7D24-7CA7-A049-28F8126D7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61" y="830622"/>
            <a:ext cx="1092084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 rider features were filled using mean to preserve rider behavior. For workload-related feature like multiple deliveries, we used median to avoid skew. Categorical variables were filled using mode.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40EF-EB51-6177-DF0A-EAF00A0839AB}"/>
              </a:ext>
            </a:extLst>
          </p:cNvPr>
          <p:cNvSpPr txBox="1"/>
          <p:nvPr/>
        </p:nvSpPr>
        <p:spPr>
          <a:xfrm>
            <a:off x="272761" y="240966"/>
            <a:ext cx="22834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CDCAAF-29DE-3272-7C07-51635FA31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73" y="1785261"/>
            <a:ext cx="2750126" cy="47346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DE5F6D-9361-EEC2-5E76-6F47BE2C4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623" y="1785261"/>
            <a:ext cx="3685968" cy="470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41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15E1DB-615B-77A7-61EF-8BFCA229AAAF}"/>
              </a:ext>
            </a:extLst>
          </p:cNvPr>
          <p:cNvSpPr txBox="1"/>
          <p:nvPr/>
        </p:nvSpPr>
        <p:spPr>
          <a:xfrm>
            <a:off x="772160" y="428099"/>
            <a:ext cx="8696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B9A025-8EE9-3F67-7D83-EA1B116FD494}"/>
              </a:ext>
            </a:extLst>
          </p:cNvPr>
          <p:cNvSpPr txBox="1"/>
          <p:nvPr/>
        </p:nvSpPr>
        <p:spPr>
          <a:xfrm>
            <a:off x="579120" y="1049943"/>
            <a:ext cx="100279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categorical data into numerical 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applied to nominal features such as weather, vehicle type, order type, city, and time of day.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Ordinal Encoding applied to traffic since it has natural order (low → jam).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original categorical columns after encoding.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model compatibility with machine learning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2802589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9BC9EA-8AB8-D3D4-0F28-BE6DD19E4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" y="487445"/>
            <a:ext cx="9347200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StandardScaler to normalize numerical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Bring features to common scale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Improve convergence for linear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Reduce dominance of large-range features</a:t>
            </a:r>
          </a:p>
        </p:txBody>
      </p:sp>
    </p:spTree>
    <p:extLst>
      <p:ext uri="{BB962C8B-B14F-4D97-AF65-F5344CB8AC3E}">
        <p14:creationId xmlns:p14="http://schemas.microsoft.com/office/powerpoint/2010/main" val="1109133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03C2FF-04DC-D747-E496-2FDF3775D8FE}"/>
              </a:ext>
            </a:extLst>
          </p:cNvPr>
          <p:cNvSpPr txBox="1"/>
          <p:nvPr/>
        </p:nvSpPr>
        <p:spPr>
          <a:xfrm>
            <a:off x="497840" y="493098"/>
            <a:ext cx="1021080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pPr>
              <a:buNone/>
            </a:pP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multiple techniques to identify important predictors: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with target variable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SelectKBest (f_regression) for statistical relevance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Information for capturing non-linear relationships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selected features included: distance, traffic, multiple_deliveries, ratings, festival, order_time_hour, vehicle_condition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dimensionality improved model stability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2326581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F5AA14-5D2E-747B-D2FC-8151C094043C}"/>
              </a:ext>
            </a:extLst>
          </p:cNvPr>
          <p:cNvSpPr txBox="1"/>
          <p:nvPr/>
        </p:nvSpPr>
        <p:spPr>
          <a:xfrm>
            <a:off x="508000" y="501303"/>
            <a:ext cx="837184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Train–Test Split</a:t>
            </a:r>
          </a:p>
          <a:p>
            <a:pPr>
              <a:buNone/>
            </a:pP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Divided dataset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Testing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Training set used to learn patterns from historical delivery data.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Testing set used to evaluate model performance on unseen data.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Prevented overfitting by evaluating model only on test data.</a:t>
            </a:r>
          </a:p>
        </p:txBody>
      </p:sp>
    </p:spTree>
    <p:extLst>
      <p:ext uri="{BB962C8B-B14F-4D97-AF65-F5344CB8AC3E}">
        <p14:creationId xmlns:p14="http://schemas.microsoft.com/office/powerpoint/2010/main" val="633455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D1A6C4-0452-CD91-24CF-E6775095B47D}"/>
              </a:ext>
            </a:extLst>
          </p:cNvPr>
          <p:cNvSpPr txBox="1"/>
          <p:nvPr/>
        </p:nvSpPr>
        <p:spPr>
          <a:xfrm>
            <a:off x="558800" y="401658"/>
            <a:ext cx="1029208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  <a:p>
            <a:pPr>
              <a:buNone/>
            </a:pP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and compared multiple regression models: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Tree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Metric: R²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showed superior performance due to ensemble learning capability.</a:t>
            </a:r>
          </a:p>
        </p:txBody>
      </p:sp>
    </p:spTree>
    <p:extLst>
      <p:ext uri="{BB962C8B-B14F-4D97-AF65-F5344CB8AC3E}">
        <p14:creationId xmlns:p14="http://schemas.microsoft.com/office/powerpoint/2010/main" val="3545834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9FA3A7-68AF-0520-0871-6DA4F21812A8}"/>
              </a:ext>
            </a:extLst>
          </p:cNvPr>
          <p:cNvSpPr txBox="1"/>
          <p:nvPr/>
        </p:nvSpPr>
        <p:spPr>
          <a:xfrm>
            <a:off x="619760" y="379383"/>
            <a:ext cx="84531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 Validation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5-Fold Cross Validation: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consistent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dependency on single train-test split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model generalization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showed stable R² across folds.</a:t>
            </a:r>
          </a:p>
        </p:txBody>
      </p:sp>
    </p:spTree>
    <p:extLst>
      <p:ext uri="{BB962C8B-B14F-4D97-AF65-F5344CB8AC3E}">
        <p14:creationId xmlns:p14="http://schemas.microsoft.com/office/powerpoint/2010/main" val="1690703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7B72FC-867D-0D1F-78CA-2E35235E5B27}"/>
              </a:ext>
            </a:extLst>
          </p:cNvPr>
          <p:cNvSpPr txBox="1"/>
          <p:nvPr/>
        </p:nvSpPr>
        <p:spPr>
          <a:xfrm>
            <a:off x="751840" y="590659"/>
            <a:ext cx="10261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  <a:p>
            <a:pPr>
              <a:buNone/>
            </a:pP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model performance using: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 (exhaustive search)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RandomizedSearchCV (efficient search)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parameters: n_estimators, max_depth, min_samples_split, min_samples_leaf, max_features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best combination based on highest cross-validation score.</a:t>
            </a:r>
          </a:p>
        </p:txBody>
      </p:sp>
    </p:spTree>
    <p:extLst>
      <p:ext uri="{BB962C8B-B14F-4D97-AF65-F5344CB8AC3E}">
        <p14:creationId xmlns:p14="http://schemas.microsoft.com/office/powerpoint/2010/main" val="694999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A7463C-B235-CC84-F97C-FB4644CF5041}"/>
              </a:ext>
            </a:extLst>
          </p:cNvPr>
          <p:cNvSpPr txBox="1"/>
          <p:nvPr/>
        </p:nvSpPr>
        <p:spPr>
          <a:xfrm>
            <a:off x="721360" y="444252"/>
            <a:ext cx="100990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>
              <a:buNone/>
            </a:pP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Evaluated model performance using three metrics:</a:t>
            </a:r>
          </a:p>
          <a:p>
            <a:pPr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(Root Mean Squared Error)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(Mean Absolute Error)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shows how much variance in delivery time is explained by the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measures average prediction error in minutes (penalizes large errors more).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measures average absolute difference between predicted and actual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strong R² with low RMSE and MAE, indicating reliable predictions.</a:t>
            </a:r>
          </a:p>
        </p:txBody>
      </p:sp>
    </p:spTree>
    <p:extLst>
      <p:ext uri="{BB962C8B-B14F-4D97-AF65-F5344CB8AC3E}">
        <p14:creationId xmlns:p14="http://schemas.microsoft.com/office/powerpoint/2010/main" val="1978245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698117-9E7D-2E61-9FFE-D983A5BB6041}"/>
              </a:ext>
            </a:extLst>
          </p:cNvPr>
          <p:cNvSpPr txBox="1"/>
          <p:nvPr/>
        </p:nvSpPr>
        <p:spPr>
          <a:xfrm>
            <a:off x="772160" y="541943"/>
            <a:ext cx="80365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Model &amp; Performance</a:t>
            </a:r>
          </a:p>
          <a:p>
            <a:pPr>
              <a:buNone/>
            </a:pP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Model: Tuned Random Forest Regressor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using selected important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stable R² ≈ 0.76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strong predictive capability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ETA estimation</a:t>
            </a:r>
          </a:p>
        </p:txBody>
      </p:sp>
    </p:spTree>
    <p:extLst>
      <p:ext uri="{BB962C8B-B14F-4D97-AF65-F5344CB8AC3E}">
        <p14:creationId xmlns:p14="http://schemas.microsoft.com/office/powerpoint/2010/main" val="4287056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C02B54-BED0-C726-A618-810A4099C8D6}"/>
              </a:ext>
            </a:extLst>
          </p:cNvPr>
          <p:cNvSpPr txBox="1"/>
          <p:nvPr/>
        </p:nvSpPr>
        <p:spPr>
          <a:xfrm>
            <a:off x="640080" y="548065"/>
            <a:ext cx="6096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</a:p>
          <a:p>
            <a:pPr>
              <a:buNone/>
            </a:pP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ETA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customer cancellations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rider allocation efficiency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Scalable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solution for production integration</a:t>
            </a:r>
          </a:p>
        </p:txBody>
      </p:sp>
    </p:spTree>
    <p:extLst>
      <p:ext uri="{BB962C8B-B14F-4D97-AF65-F5344CB8AC3E}">
        <p14:creationId xmlns:p14="http://schemas.microsoft.com/office/powerpoint/2010/main" val="1533841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1541</TotalTime>
  <Words>672</Words>
  <Application>Microsoft Office PowerPoint</Application>
  <PresentationFormat>Widescreen</PresentationFormat>
  <Paragraphs>155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Libre Baskerville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Sriram krishnasagarapu</cp:lastModifiedBy>
  <cp:revision>7</cp:revision>
  <dcterms:created xsi:type="dcterms:W3CDTF">2021-02-16T05:19:01Z</dcterms:created>
  <dcterms:modified xsi:type="dcterms:W3CDTF">2026-02-21T06:26:24Z</dcterms:modified>
</cp:coreProperties>
</file>